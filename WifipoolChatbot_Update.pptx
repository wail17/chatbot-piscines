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Segoe UI"/>
              </a:rPr>
              <a:t>VOORTGANG  ·  WEEK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Segoe UI"/>
              </a:rPr>
              <a:t>Chatbot is opnieuw operationeel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4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Wat we deze week gefixt en gebouwd hebben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000" b="1">
                <a:solidFill>
                  <a:srgbClr val="0B1422"/>
                </a:solidFill>
                <a:latin typeface="Consolas"/>
              </a:rPr>
              <a:t>ANTHROPIC CLAUDE HAIKU 4.5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01168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000" b="1">
                <a:solidFill>
                  <a:srgbClr val="0B1422"/>
                </a:solidFill>
                <a:latin typeface="Consolas"/>
              </a:rPr>
              <a:t>PROMPT CACHING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011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000" b="1">
                <a:solidFill>
                  <a:srgbClr val="0B1422"/>
                </a:solidFill>
                <a:latin typeface="Consolas"/>
              </a:rPr>
              <a:t>JSONL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000" b="1">
                <a:solidFill>
                  <a:srgbClr val="0B1422"/>
                </a:solidFill>
                <a:latin typeface="Consolas"/>
              </a:rPr>
              <a:t>FALLBACK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011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1000" b="1">
                <a:solidFill>
                  <a:srgbClr val="0B1422"/>
                </a:solidFill>
                <a:latin typeface="Consolas"/>
              </a:rPr>
              <a:t>FASTAPI + UVICORN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73152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Segoe UI"/>
              </a:rPr>
              <a:t>🔧  API gefixt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5166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De Anthropic Claude API kwam niet meer door (sleutel uitgeput op Render). Volledig hersteld met expliciete error-logging, een eerlijke fallback in de juiste taal, en prompt-caching van de volledige FAQ-context (335 entries) voor lage latency en lage kost per vraag.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974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926080"/>
            <a:ext cx="73152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Segoe UI"/>
              </a:rPr>
              <a:t>🛠️  Dashboard met volledige CRUD-controle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37560"/>
            <a:ext cx="5166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De admin kan nu vragen / antwoorden / categorieën rechtstreeks beheren: create, read, update, delete via REST endpoints (/admin/faq). Wijzigingen worden in real-time naar Claude doorgegeven dankzij content-hash cache-invalidatie.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17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38BDF8"/>
                </a:solidFill>
              </a:rPr>
              <a:t>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994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E7EB"/>
                </a:solidFill>
                <a:latin typeface="Segoe UI"/>
              </a:rPr>
              <a:t>Live FAQ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19472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Test elke vraag in elke taal, bekijk source, confidence en de gematchte FAQ-rij, spring meteen naar de editor.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17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38BDF8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5994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E7EB"/>
                </a:solidFill>
                <a:latin typeface="Segoe UI"/>
              </a:rPr>
              <a:t>Geverifieerde nauwkeurigheid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919472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97.3% correcte matches op 74 testvragen (NL/NL-paraphrase/EN/FR). Target 95% gehaald.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617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38BDF8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5994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E7EB"/>
                </a:solidFill>
                <a:latin typeface="Segoe UI"/>
              </a:rPr>
              <a:t>Veilige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919472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Bij API-fout krijgt de gebruiker een nette boodschap in zijn taal, geen onzin-antwoord.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Wifipool / Beniferro · Chatbot AI · Wail Khamlichi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Segoe UI"/>
              </a:rPr>
              <a:t>PLANNING  ·  WEEK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5E7EB"/>
                </a:solidFill>
                <a:latin typeface="Segoe UI"/>
              </a:rPr>
              <a:t>Volgende stap: live op beniferro.eu 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4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Segoe UI"/>
              </a:rPr>
              <a:t>Wat we volgende week doen voor de finale oplevering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411480" cy="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7EB"/>
                </a:solidFill>
                <a:latin typeface="Segoe UI"/>
              </a:rPr>
              <a:t>🌐  Live op beniferro.eu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 chatbot wordt geïntegreerd op de productiewebsite van Beniferro. Embed-versies (chatbot-demo-optimized.html) zijn al klaar, alleen nog koppelen aan het juiste subdomein en SSL valideren.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788920"/>
            <a:ext cx="411480" cy="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971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7EB"/>
                </a:solidFill>
                <a:latin typeface="Segoe UI"/>
              </a:rPr>
              <a:t>📚  Documentatie verbeteren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README, deploy-gids, onboarding voor de admin (hoe een FAQ-rij toevoegen, hoe de Simulator gebruiken, hoe de Excel-export draaien). Eén bron van waarheid voor het hele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411480" cy="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971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E7EB"/>
                </a:solidFill>
                <a:latin typeface="Segoe UI"/>
              </a:rPr>
              <a:t>🧹  Code opkuisen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429000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Refactor van enkele legacy paden (oude rag.py / rag_pure.py varianten), dode imports verwijderen, type-hints aanvullen en de testsuite uitbreiden tot 50+ live testen.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93792"/>
            <a:ext cx="73152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Segoe UI"/>
              </a:rPr>
              <a:t>📌  PROJECT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949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E7EB"/>
                </a:solidFill>
                <a:latin typeface="Segoe UI"/>
              </a:rPr>
              <a:t>Project is bijna afgerond — backend stabiel, frontend embed werkt, 97% accuracy, admin-tooling volledig. Resterend werk = deploy + docs + cleanup.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Wifipool / Beniferro · Chatbot AI · Wail Khamlichi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